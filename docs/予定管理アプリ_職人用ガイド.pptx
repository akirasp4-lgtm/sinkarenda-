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職人用 使い方ガイド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日報入力・カレンダー・空き確認・現場管理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5AD"/>
                </a:solidFill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アプリを開く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配布されたURLから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18872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日報入力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9ステップの流れ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92024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92024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モードの使い分け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倉庫・夜勤・休み・予定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92024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92024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新機能の使い方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重複チェック・異常値検出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65176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65176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4592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月単位の表示・編集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65176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65176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空き確認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職人別の稼働状況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38328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338328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64592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現場管理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45920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現場別の一括編集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38328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38328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31520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困ったら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0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アプリを開く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Getting Started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会社から配布されたURLをブラウザで開くだけ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例: グローライズの社員の場合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73152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https://akirasp4-lgtm.github.io/sinkarenda-/index.html?c=グローライズ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881360" cy="2743200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830"/>
                </a:solidFill>
              </a:rPr>
              <a:t>💡 ポイント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ブックマーク/ホーム画面に追加しておくと便利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スマホ・PCどちらでも使える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初回アクセス時に会社が自動セット（画面上部に表示）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右上の「❓使い方」ボタンでこのガイドが開けます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日報入力の流れ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Daily 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操作者を選択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自分の名前（初回のみ）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46304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1188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作業日を選ぶ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複数日なら終了日も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46304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元請・現場入力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プルダウン or 直接入力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128016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46304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897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代表者と同行者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代表者=現場責任者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4747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時間・人工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800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出勤/退勤/1.0〜2.0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4747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6576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61188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特殊モード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11880" y="4800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🏭🌙🏖️📌 から選択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4747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0080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登録ボタン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4800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送信して完了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モードの使い分け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Modes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倉庫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倉庫作業の日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人工カウント: 通常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夜勤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5528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夜勤帯の作業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日中と併存可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🏖️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228600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休み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28600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休暇・欠勤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人工0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023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95528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予定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5528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まだ確定してない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人工カウントせず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新機能: 現場名の重複チェック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New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似た現場名がある場合、送信時に確認ダイアログが表示されます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8503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1645920"/>
            <a:ext cx="8503920" cy="64008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現場名の確認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2468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候補に一致する現場がありますが、これは新規の現場ですか？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926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既存の現場から選ぶ（タップ）: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3291840"/>
            <a:ext cx="7955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291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〇〇ビル新築工事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3749040"/>
            <a:ext cx="7955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749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〇〇ビル改修工事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5303520"/>
            <a:ext cx="384048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5303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キャンセル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5303520"/>
            <a:ext cx="384048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5303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はい、新規として登録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830"/>
                </a:solidFill>
              </a:rPr>
              <a:t>💡 既存現場をタップで紐付け、データ重複を防止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新機能: 異常値の警告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New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入力ミスを防ぐため、送信前に自動チェックします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94960" cy="475488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❌ エラー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</a:rPr>
              <a:t>送信がブロックされます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50292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退勤 ≤ 出勤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例: 出勤 17:00 / 退勤 9:00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時間入力を間違えた時の防波堤。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時間を確認して再送信してください。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※ 夜勤モードの場合は例外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⚠️ 確認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</a:rPr>
              <a:t>ダイアログで確認してOKなら送信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834640"/>
            <a:ext cx="49377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834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人工 &gt; 2.0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例: 3.0人工を入力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389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大きい値の誤入力を事前確認。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本当に正しければ「OK」で送信続行。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カレンダータブ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Calendar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5486400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📅 できること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・ 月単位で予定をカレンダー表示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・ 自分の予定が色付きで一目瞭然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・ 日付タップで当日の全予定一覧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・ 予定タップで編集/削除が可能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・ 複数日まとめてチェックで一括編集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5212080" cy="5303520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EDE3"/>
                </a:solidFill>
              </a:rPr>
              <a:t>💡 操作のコツ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背景の暗い部分をタップ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B5AD"/>
                </a:solidFill>
              </a:rPr>
              <a:t>　→ モーダルが閉じる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予定をタップ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B5AD"/>
                </a:solidFill>
              </a:rPr>
              <a:t>　→ 編集/削除ボタン表示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現場管理タブで一括選択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B5AD"/>
                </a:solidFill>
              </a:rPr>
              <a:t>　→ 複数日まとめて編集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06・07. 空き確認・現場管理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Other Tabs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949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5394960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空き確認タブ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全職人の稼働状況を確認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日付を指定すると、その日の職人の空き/埋まり状況を一覧表示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期間指定で複数日を同時チェック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色分けで種別(通常/休み/予定/夜勤)が一目でわかる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新しい予定を組む時の空き確認に便利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3035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188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🏗️ 現場管理タブ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現場別にまとめて管理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現場ごとに登録内容を一覧で確認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一括編集で複数日まとめて修正可能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チェックボックスで編集対象を選ぶ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「編集」ボタン→まとめて日時変更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代表的な用途: 期間延長・時間帯変更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困ったら 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FAQ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73152" cy="1554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Q. 入力が反映されない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A. 「現在他の人が更新中」表示が出ていたら数秒待って再送信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143000"/>
            <a:ext cx="73152" cy="1554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Q. 間違えた日報を消したい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A. カレンダー → 該当日をタップ → 編集 → 削除ボタン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34640"/>
            <a:ext cx="73152" cy="1554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Q. 予定を実績に変更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A. カレンダーから編集 → 📌予定モードを解除 → 保存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834640"/>
            <a:ext cx="73152" cy="1554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Q. 同じ内容を連続で入力したい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A. 終了日を指定すると期間中一括登録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26280"/>
            <a:ext cx="73152" cy="1554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Q. 操作者を変えたい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A. 日報入力の上部「操作者」から別の名前を選択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52628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4526280"/>
            <a:ext cx="73152" cy="1554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Q. URLを忘れた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A. 管理者に再度確認してください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毎日の日報入力をシンプルに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DE3"/>
                </a:solidFill>
              </a:rPr>
              <a:t>PC・スマホどちらでも使える Web アプリ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657600"/>
            <a:ext cx="9144000" cy="502920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657600"/>
            <a:ext cx="13716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657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入力は9ステップ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4251960"/>
            <a:ext cx="9144000" cy="502920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4251960"/>
            <a:ext cx="13716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4251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重複・異常値を自動検出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846320"/>
            <a:ext cx="9144000" cy="502920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46320"/>
            <a:ext cx="13716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4846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カレンダーで予定確認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5440680"/>
            <a:ext cx="9144000" cy="502920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5440680"/>
            <a:ext cx="13716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54406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 困ったら❓使い方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5AD"/>
                </a:solidFill>
              </a:rPr>
              <a:t>ご不明点があれば管理者へ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予定管理アプリ 職人用 使い方ガイド</dc:title>
  <dc:subject>PptxGenJS Presentation</dc:subject>
  <dc:creator>予定管理アプリ</dc:creator>
  <cp:lastModifiedBy>予定管理アプリ</cp:lastModifiedBy>
  <cp:revision>1</cp:revision>
  <dcterms:created xsi:type="dcterms:W3CDTF">2026-04-18T01:32:24Z</dcterms:created>
  <dcterms:modified xsi:type="dcterms:W3CDTF">2026-04-18T01:32:24Z</dcterms:modified>
</cp:coreProperties>
</file>