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管理者用 使い方ガイド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EDE3"/>
                </a:solidFill>
              </a:rPr>
              <a:t>マスタ管理・集計・工番修正・粗利管理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5AD"/>
                </a:solidFill>
              </a:rPr>
              <a:t>2026-04-18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目次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Contents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管理者ログイン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PIN入力と画面構成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18872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事務タブ機能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7つの主要機能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92024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92024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マスタ管理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2286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職人・元請の追加と編集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92024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92024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1520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集計とアーカイブ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2286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手動実行と自動化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65176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265176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05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64592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工番修正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45920" y="3017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事業部変更と売上入力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265176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265176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06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粗利管理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3017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3ステップで粗利可視化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338328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338328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3429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07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64592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シート構成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645920" y="3749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全11シートと役割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3383280"/>
            <a:ext cx="5303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3383280"/>
            <a:ext cx="73152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3429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</a:rPr>
              <a:t>08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31520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運用フロー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15200" y="3749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日常操作とトラブル対応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01. 管理者ログイン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Login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9418320" cy="228600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55448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EDE3"/>
                </a:solidFill>
              </a:rPr>
              <a:t>🔒 管理者URL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https://akirasp4-lgtm.github.io/sinkarenda-/admin.html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2651760"/>
            <a:ext cx="886968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651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PIN: 8800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881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画面構成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上部: 会社バー（全社 or 各社で切替、集計対象が変わる）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右上: ❓使い方ボタン、🔒ロックボタン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下部: タブ切替（カレンダー/空き確認/現場管理/事務）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削除ボタンはすべてのタブで表示される（一般ユーザーより自由度高）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02. 事務タブの機能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Admin Panel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6060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7160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月別集計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月選択→職人別の人工・出勤日数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26060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3716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CSVダウンロード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任意シートをCSV出力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060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37160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👷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職人を管理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追加/削除・事業部・単価設定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06840" y="1188720"/>
            <a:ext cx="26060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13716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897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元請を管理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972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元請リスト追加/削除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520440"/>
            <a:ext cx="26060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70332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296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集計を更新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846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全集計シートを一括再生成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3520440"/>
            <a:ext cx="26060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7033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1188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アーカイブ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11880" y="4846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3ヶ月以上前のデータ退避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520440"/>
            <a:ext cx="26060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703320"/>
            <a:ext cx="640080" cy="6400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40080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工番を修正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0" y="4846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事業部変更・売上入力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03. マスタ管理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Master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3949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5394960" cy="548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👷 職人を管理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</a:rPr>
              <a:t>追加: 氏名＋会社（＋事業部）を入力して「追加」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</a:rPr>
              <a:t>各行で編集可能な項目: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・ 事業部（グローライズのみ）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・ 単価（日当円）← 原価計算の元データ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</a:rPr>
              <a:t>削除: 各行の「削除」ボタン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D9E75"/>
                </a:solidFill>
              </a:rPr>
              <a:t>💡 単価を入力することで粗利計算が有効化されます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3035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188720"/>
            <a:ext cx="53035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188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🏢 元請を管理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</a:rPr>
              <a:t>追加: 元請名を入力して「追加」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・ 会社ごとに登録される（会社固有）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・ 「共通」表示は全社で使える元請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</a:rPr>
              <a:t>削除: 各行の「削除」ボタン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</a:rPr>
              <a:t>入力画面からも追加可: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　日報入力の元請セレクト横「➕」ボタン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3B82F6"/>
                </a:solidFill>
              </a:rPr>
              <a:t>💡 元請の揺れ（表記違い）を防ぐため、先に登録推奨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04. 集計とアーカイブ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Summary &amp; Archive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3949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5394960" cy="548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集計を更新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ボタン1つで以下5シートを一括再生成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会社別集計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月別集計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月別確認表（過去3ヶ月＋未来1ヶ月）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元請別請求集計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事業部別按分（売上・原価・粗利）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389120"/>
            <a:ext cx="5029200" cy="1920240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830"/>
                </a:solidFill>
              </a:rPr>
              <a:t>⏰ 自動実行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8463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830"/>
                </a:solidFill>
              </a:rPr>
              <a:t>毎日 午前6時 に自動で集計が更新されます。手動でも好きな時に実行可能。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035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188720"/>
            <a:ext cx="53035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188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🗄️ アーカイブ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3ヶ月以上前のデータを退避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日報データ → アーカイブシートへ移動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アプリ起動速度を維持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集計は引き続きアーカイブ含め全期間対象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・ 元に戻せないので注意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4389120"/>
            <a:ext cx="4937760" cy="1920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830"/>
                </a:solidFill>
              </a:rPr>
              <a:t>⏰ 自動実行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48463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3830"/>
                </a:solidFill>
              </a:rPr>
              <a:t>毎月1日 午前3時 に自動で3ヶ月以上前のデータをアーカイブします。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05. 工番修正モーダル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Job No Fix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事業部変更と売上入力が1画面でできます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554480"/>
            <a:ext cx="85039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0" y="1554480"/>
            <a:ext cx="8503920" cy="64008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工番事業部の修正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2377440"/>
            <a:ext cx="795528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468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○○建設 / 本社ビル改修工事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7432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現在: MSC-26-002（MSC）　代表: 向（MSC）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事業部: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320040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ICT  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3200400"/>
            <a:ext cx="2651760" cy="3657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工番更新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703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売上(円):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370332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1200000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3703320"/>
            <a:ext cx="265176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売上保存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03120" y="4434840"/>
            <a:ext cx="7955280" cy="1874520"/>
          </a:xfrm>
          <a:prstGeom prst="rect">
            <a:avLst/>
          </a:prstGeom>
          <a:solidFill>
            <a:srgbClr val="1E3932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EDE3"/>
                </a:solidFill>
              </a:rPr>
              <a:t>💡 工番更新時の処理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48920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1. 新事業部×同年度の最大連番+1で新工番を生成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2. 現場マスタの該当行を更新 (工番・事業部・連番)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3. 日報データ + アーカイブの該当行を一括更新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4. 旧工番は欠番として残る (再採番しない)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06. 粗利管理を始める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Profit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3ステップで工番×事業部ごとの粗利が自動計算されます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35661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28800"/>
            <a:ext cx="3566160" cy="10972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職人単価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職人を管理で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各職人の日当を入力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3474720"/>
            <a:ext cx="137160" cy="54864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1828800"/>
            <a:ext cx="35661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828800"/>
            <a:ext cx="356616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STEP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現場売上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工番修正モーダルで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受注金額を入力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83880" y="3474720"/>
            <a:ext cx="137160" cy="54864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8321040" y="1828800"/>
            <a:ext cx="35661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828800"/>
            <a:ext cx="356616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STEP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2194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3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85953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集計更新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9536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集計ボタンで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事業部別按分シート生成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830"/>
                </a:solidFill>
              </a:rPr>
              <a:t>💡 粗利 = 売上 − (人工 × 単価の合計)　/　売上按分率 = 事業部人工 ÷ 合計人工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06. 事業部別按分シートの見方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Allocation Sheet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工番ごとに20列の情報で粗利を完全把握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286000" cy="77724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基本情報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0" y="1554480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5544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工番 / 元請名 / 現場名 / 売上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2286000" cy="7772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人工集計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26080" y="2423160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4231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ICT / INF / MSC / GRB 人工 + 合計人工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228600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按分率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26080" y="3291840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2918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ICT % / INF % / MSC % / GRB %（売上按分率）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228600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原価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26080" y="4160520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41605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ICT / INF / MSC / GRB 原価 + 合計原価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2286000" cy="7772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029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粗利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26080" y="5029200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5029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売上 − 合計原価 / 粗利率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※ 月別セクション: 人工・原価のみ表示（売上・粗利は全期間のみ）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07. スプレッドシート構成（全11シート）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Sheets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5661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3566160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データシート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日報データ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日報の本体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69748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アーカイブ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3ヶ月以上前の退避先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56616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職人マスタ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氏名・会社・事業部・単価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443484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元請マスタ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846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元請名・会社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30352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394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現場マスタ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工番・事業部・年度・連番・売上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1188720"/>
            <a:ext cx="35661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1188720"/>
            <a:ext cx="356616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1188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集計シート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182880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会社別集計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916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会社ごとの人工集計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69748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月別集計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916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月ごとの職人別内訳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56616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月別確認表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0916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過去3ヶ月+未来1ヶ月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43484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元請別請求集計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09160" y="4846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元請×現場×日別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530352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5394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事業部別按分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09160" y="5715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工番×事業部の粗利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0" y="1188720"/>
            <a:ext cx="356616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1188720"/>
            <a:ext cx="35661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1188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運用シート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366760" y="1828800"/>
            <a:ext cx="32918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操作ログ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0392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監査履歴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08. 日常運用フロー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Operation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10881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2194560" cy="8686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毎日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1188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各職人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11887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自分のURLから日報入力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881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194560"/>
            <a:ext cx="219456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月末前後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21945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管理者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1945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現場売上を「工番修正」から入力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10881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00400"/>
            <a:ext cx="219456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月次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17520" y="3200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管理者/自動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2004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集計ボタン（毎朝6時に自動も）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10881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206240"/>
            <a:ext cx="2194560" cy="8686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06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3ヶ月ごと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17520" y="4206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自動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42062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毎月1日3時にアーカイブ自動実行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212080"/>
            <a:ext cx="10881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212080"/>
            <a:ext cx="219456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212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年度切替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017520" y="5212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自動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0" y="52120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4月1日から工番連番がリセット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3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08. トラブルシューティング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EDE3"/>
                </a:solidFill>
              </a:rPr>
              <a:t>Troubleshooting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10881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3108960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❗ 工番が空欄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0972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代表者の事業部が未設定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1097280"/>
            <a:ext cx="4114800" cy="658368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0972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30"/>
                </a:solidFill>
              </a:rPr>
              <a:t>✓ 職人管理から事業部を割当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847088"/>
            <a:ext cx="10881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847088"/>
            <a:ext cx="3108960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4708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❗ 粗利がマイナス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184708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売上未入力 or 単価が高すぎ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847088"/>
            <a:ext cx="4114800" cy="658368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184708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30"/>
                </a:solidFill>
              </a:rPr>
              <a:t>✓ 工番修正で売上確認、単価見直し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596896"/>
            <a:ext cx="10881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596896"/>
            <a:ext cx="3108960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59689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❗ 原価が0円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5968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職人の単価が未設定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2596896"/>
            <a:ext cx="4114800" cy="658368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259689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30"/>
                </a:solidFill>
              </a:rPr>
              <a:t>✓ 職人管理から単価を入力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346704"/>
            <a:ext cx="10881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346704"/>
            <a:ext cx="3108960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3467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❗ 「他の人が更新中」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33467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同時書込みが発生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6640" y="3346704"/>
            <a:ext cx="4114800" cy="658368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29" name="Text 27"/>
          <p:cNvSpPr/>
          <p:nvPr/>
        </p:nvSpPr>
        <p:spPr>
          <a:xfrm>
            <a:off x="7543800" y="33467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30"/>
                </a:solidFill>
              </a:rPr>
              <a:t>✓ 数秒待って再送信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096512"/>
            <a:ext cx="10881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096512"/>
            <a:ext cx="3108960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0965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❗ 起動が遅い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409651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日報データ蓄積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06640" y="4096512"/>
            <a:ext cx="4114800" cy="658368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35" name="Text 33"/>
          <p:cNvSpPr/>
          <p:nvPr/>
        </p:nvSpPr>
        <p:spPr>
          <a:xfrm>
            <a:off x="7543800" y="40965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30"/>
                </a:solidFill>
              </a:rPr>
              <a:t>✓ アーカイブ実行（3ヶ月以前を退避）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846320"/>
            <a:ext cx="10881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846320"/>
            <a:ext cx="3108960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8463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❗ 集計が古い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40480" y="48463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集計ボタン未押下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06640" y="4846320"/>
            <a:ext cx="4114800" cy="658368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41" name="Text 39"/>
          <p:cNvSpPr/>
          <p:nvPr/>
        </p:nvSpPr>
        <p:spPr>
          <a:xfrm>
            <a:off x="7543800" y="48463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30"/>
                </a:solidFill>
              </a:rPr>
              <a:t>✓ 事務→集計を更新（毎朝6時自動も）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5596128"/>
            <a:ext cx="10881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5596128"/>
            <a:ext cx="3108960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55961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❗ URL文字化け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840480" y="559612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LINE等で日本語展開失敗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06640" y="5596128"/>
            <a:ext cx="4114800" cy="658368"/>
          </a:xfrm>
          <a:prstGeom prst="rect">
            <a:avLst/>
          </a:prstGeom>
          <a:solidFill>
            <a:srgbClr val="D4EDE3"/>
          </a:solidFill>
          <a:ln/>
        </p:spPr>
      </p:sp>
      <p:sp>
        <p:nvSpPr>
          <p:cNvPr id="47" name="Text 45"/>
          <p:cNvSpPr/>
          <p:nvPr/>
        </p:nvSpPr>
        <p:spPr>
          <a:xfrm>
            <a:off x="7543800" y="55961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30"/>
                </a:solidFill>
              </a:rPr>
              <a:t>✓ URLエンコード版を使用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運用まとめ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DE3"/>
                </a:solidFill>
              </a:rPr>
              <a:t>日報入力から粗利把握まで、1つのアプリで完結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0698480" cy="749808"/>
          </a:xfrm>
          <a:prstGeom prst="rect">
            <a:avLst/>
          </a:prstGeom>
          <a:solidFill>
            <a:srgbClr val="1E393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468880"/>
            <a:ext cx="1463040" cy="7498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設定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246888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職人単価と現場売上を登録すれば粗利が自動算出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10698480" cy="749808"/>
          </a:xfrm>
          <a:prstGeom prst="rect">
            <a:avLst/>
          </a:prstGeom>
          <a:solidFill>
            <a:srgbClr val="1E393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337560"/>
            <a:ext cx="1463040" cy="7498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集計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333756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毎朝6時・手動ボタンどちらでも最新データで集計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10698480" cy="749808"/>
          </a:xfrm>
          <a:prstGeom prst="rect">
            <a:avLst/>
          </a:prstGeom>
          <a:solidFill>
            <a:srgbClr val="1E393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206240"/>
            <a:ext cx="1463040" cy="7498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0624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保守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420624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毎月1日3時の自動アーカイブで動作軽量化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074920"/>
            <a:ext cx="10698480" cy="749808"/>
          </a:xfrm>
          <a:prstGeom prst="rect">
            <a:avLst/>
          </a:prstGeom>
          <a:solidFill>
            <a:srgbClr val="1E393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074920"/>
            <a:ext cx="1463040" cy="7498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0749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監査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07492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操作ログで誰がいつ何を変更したか追跡可能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5AD"/>
                </a:solidFill>
              </a:rPr>
              <a:t>❓使い方ボタンはアプリ右上に常駐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予定管理アプリ 管理者用 使い方ガイド</dc:title>
  <dc:subject>PptxGenJS Presentation</dc:subject>
  <dc:creator>予定管理アプリ</dc:creator>
  <cp:lastModifiedBy>予定管理アプリ</cp:lastModifiedBy>
  <cp:revision>1</cp:revision>
  <dcterms:created xsi:type="dcterms:W3CDTF">2026-04-18T01:32:25Z</dcterms:created>
  <dcterms:modified xsi:type="dcterms:W3CDTF">2026-04-18T01:32:25Z</dcterms:modified>
</cp:coreProperties>
</file>